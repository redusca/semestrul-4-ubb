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20D24-2984-1F88-8302-7ED4DFD5B1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C51A0C-DBC8-96F9-12D1-98C28CABBB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5933A-3D7F-C9EB-9528-2962F38AB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3519F-4CF4-4A70-A6E2-08E974A510A8}" type="datetimeFigureOut">
              <a:rPr lang="en-US" smtClean="0"/>
              <a:t>02-Apr-25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00897-4E70-4CBE-B695-049A34035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DFC33-F555-09FD-E03C-3C0AD7958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AE065-A5F3-47F3-B81A-850515061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360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AEB72-8EFD-3447-F4FC-2B37E42A3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9E80F-2242-30C4-1ECA-EF68A2B10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D1D566-DC29-7E7D-7A72-45167CB92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3519F-4CF4-4A70-A6E2-08E974A510A8}" type="datetimeFigureOut">
              <a:rPr lang="en-US" smtClean="0"/>
              <a:t>02-Apr-25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60C4B-51D3-CCE3-E826-C7C48D580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8498F-660C-C6EB-8A06-98A636805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AE065-A5F3-47F3-B81A-850515061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77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F1FE6-33AD-3A99-25F3-334B13FD7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C06252-AE03-C734-0FBD-D5622E1011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8B9D3-DE7B-1252-E3E3-54149AAC7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3519F-4CF4-4A70-A6E2-08E974A510A8}" type="datetimeFigureOut">
              <a:rPr lang="en-US" smtClean="0"/>
              <a:t>02-Apr-25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B00ED-C7C0-8CFC-122B-F7FA79289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EC75FA-9BE3-EA15-759D-0227B0252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AE065-A5F3-47F3-B81A-850515061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511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D8B3A-99D3-A2AA-9D16-70B6109CB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3A822-035F-49A2-B1EF-D6A5F6A761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D4FF8D-65B3-62C3-B906-A0E3D5DD9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12B06-A06F-A0CB-07DF-CB579D158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3519F-4CF4-4A70-A6E2-08E974A510A8}" type="datetimeFigureOut">
              <a:rPr lang="en-US" smtClean="0"/>
              <a:t>02-Apr-25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F586BC-8909-4BB6-1F1E-8A4920DFF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1ED12-A7F3-78D6-DDE3-6D180F552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AE065-A5F3-47F3-B81A-850515061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897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6F4CA-5FFB-7EB8-FF4B-DA5C04E50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EA7304-6DD5-58E5-AF6F-7F23D9A87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ADC183-A764-0B07-57AC-08932C1AFF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AE610E-C0DF-6B2F-8A98-431968F24C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1CB088-03D9-DB4B-074B-A0375B5CF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B1B001-7110-1CD7-B54F-1D7DDE12C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3519F-4CF4-4A70-A6E2-08E974A510A8}" type="datetimeFigureOut">
              <a:rPr lang="en-US" smtClean="0"/>
              <a:t>02-Apr-25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7DCCF7-470F-F7E2-62E6-C8F11CF05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0C2610-9A63-5614-EB10-84C5E49CC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AE065-A5F3-47F3-B81A-850515061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617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5DB5C-1E0F-3BE2-7F1B-F6207001A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A18889-82C1-D851-D12A-6C22FDF9E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3519F-4CF4-4A70-A6E2-08E974A510A8}" type="datetimeFigureOut">
              <a:rPr lang="en-US" smtClean="0"/>
              <a:t>02-Apr-25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B47D74-1EE0-4C92-19A4-FBD5A28B4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7BD1F6-CE90-B65B-48F8-C894582FF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AE065-A5F3-47F3-B81A-850515061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55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3E2695-583A-0EFB-4077-10EB7F11F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3519F-4CF4-4A70-A6E2-08E974A510A8}" type="datetimeFigureOut">
              <a:rPr lang="en-US" smtClean="0"/>
              <a:t>02-Apr-25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5D77F2-1F7D-A23E-836B-9CBE7858A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2FCBDF-68FC-062D-DED9-9759EDFFD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AE065-A5F3-47F3-B81A-850515061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413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96345-3283-1FC5-901A-5262F4E27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96D47-2067-9772-1E0B-4B20E08E4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5407BF-F7F3-E5CA-D0B1-AFE987E75F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C6A678-9889-7F3C-DF2A-A445C9A8E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3519F-4CF4-4A70-A6E2-08E974A510A8}" type="datetimeFigureOut">
              <a:rPr lang="en-US" smtClean="0"/>
              <a:t>02-Apr-25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DE43AE-BB75-E417-2630-8B9851133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E0115-F5EB-95E3-4CB8-D3262FEAE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AE065-A5F3-47F3-B81A-850515061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96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F5A26-479C-EFD1-8A2C-296EFCCED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5633A4-3502-6996-65D8-5194FB4867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CDA315-95E6-CA8E-6FB7-4BAA8B793B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21FD9B-825C-EF7B-8D2A-29D49B192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3519F-4CF4-4A70-A6E2-08E974A510A8}" type="datetimeFigureOut">
              <a:rPr lang="en-US" smtClean="0"/>
              <a:t>02-Apr-25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7521F5-0B92-F8B2-9036-AA9143840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71440-1C25-762E-D105-94E6BEFA6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AE065-A5F3-47F3-B81A-850515061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001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21D5F-4312-AA3F-9A20-714E20EBA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49B982-6FD5-BC8C-B5AB-4AEB004C11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5C9E7-FCA2-9DB6-80B6-9A7E9FFE7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3519F-4CF4-4A70-A6E2-08E974A510A8}" type="datetimeFigureOut">
              <a:rPr lang="en-US" smtClean="0"/>
              <a:t>02-Apr-25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93A2D-92B2-0598-262B-615A5C3D2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08FEF-499E-5DCC-7695-BD1030D04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AE065-A5F3-47F3-B81A-850515061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469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1DE218-03E7-24FA-5E62-32A5216CA1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6FBE2C-3111-E447-8B40-0DD7F1EB1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D94D6-199A-EF1C-4BA2-086EAC2DC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3519F-4CF4-4A70-A6E2-08E974A510A8}" type="datetimeFigureOut">
              <a:rPr lang="en-US" smtClean="0"/>
              <a:t>02-Apr-25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2EBCE-E803-3856-DB41-6E8D68227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82497-42F7-C730-57DD-50E6F234B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AE065-A5F3-47F3-B81A-850515061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416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75ADFD-2D42-3B66-7150-52BE390CE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5425C-B19A-F9F0-57BB-CDA67D093E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A6D3A-FD68-ED01-8A3A-C8BD9050C5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93519F-4CF4-4A70-A6E2-08E974A510A8}" type="datetimeFigureOut">
              <a:rPr lang="en-US" smtClean="0"/>
              <a:t>02-Apr-25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1C3E6-8ED5-754B-E300-BD19A7FEBB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BD0D47-4931-6DE7-FEBD-4AE5A3904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0AE065-A5F3-47F3-B81A-850515061A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945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B36DA56-7E3E-9D6D-6842-A28F35A715B5}"/>
              </a:ext>
            </a:extLst>
          </p:cNvPr>
          <p:cNvSpPr/>
          <p:nvPr/>
        </p:nvSpPr>
        <p:spPr>
          <a:xfrm>
            <a:off x="1543050" y="609600"/>
            <a:ext cx="8858250" cy="5410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697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932BB-C0D5-43AA-0C7F-EBABA5284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5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D7599-3069-BDFF-6263-5DE162888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6784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47F8B-9FCC-71BA-BAC8-F5C96027A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6056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Vidami alex</dc:creator>
  <cp:lastModifiedBy>Vidami alex</cp:lastModifiedBy>
  <cp:revision>1</cp:revision>
  <dcterms:created xsi:type="dcterms:W3CDTF">2025-04-02T16:22:11Z</dcterms:created>
  <dcterms:modified xsi:type="dcterms:W3CDTF">2025-04-02T16:23:09Z</dcterms:modified>
</cp:coreProperties>
</file>